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the project title EduShell, tagline, and all four team members with register numbers. Mention this is Review 1, focused on title identification.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OS concepts are hard to grasp when taught separately and why an interactive environment helps. End on the bridging-the-gap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motivation for choosing this project and introduce EduShell as the proposed idea. Emphasize clearly it is a mini learning environment, not a full kernel.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 briefly, reinforcing that these are the planned goals to be achieved incrementally.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proposed modular architecture: parser, process management, file/IO, and monitoring. Stress these are proposed/planned modules, not yet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7-phase roadmap derived from the 12-week plan. Emphasize progressive, incremental development from a basic REPL to a full mini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expected outcomes and close with the conclusion statement. Thank the panel for their time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0" cy="292608"/>
          </a:xfrm>
          <a:prstGeom prst="roundRect">
            <a:avLst>
              <a:gd name="adj" fmla="val 18750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4846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4846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3840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guest@edu-lab:~$ ./edushell --init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1</a:t>
            </a:r>
            <a:pPr indent="0" marL="0">
              <a:buNone/>
            </a:pPr>
            <a:r>
              <a:rPr lang="en-US" sz="1100" spc="100" kern="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PROJECT TITLE IDENTIFICATION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EduShell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Unix-Like Operating Environment for OS Learning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1208" y="2816352"/>
            <a:ext cx="2926080" cy="0"/>
          </a:xfrm>
          <a:prstGeom prst="line">
            <a:avLst/>
          </a:prstGeom>
          <a:noFill/>
          <a:ln w="19050">
            <a:solidFill>
              <a:srgbClr val="2FE6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944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interactive shell-based platform for exploring core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concepts.”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657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College placeholder   |   Course: Operating Systems / Systems Programming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114800"/>
            <a:ext cx="11185855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pic>
        <p:nvPicPr>
          <p:cNvPr id="14" name="Image 0" descr="/home/claude/campusshell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9768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97280" y="4270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4709160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4800600"/>
            <a:ext cx="243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 Lakshmi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5321808"/>
            <a:ext cx="243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2510030312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573704" y="4709160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83432" y="4800600"/>
            <a:ext cx="243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Spoorthy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3683432" y="5321808"/>
            <a:ext cx="243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2510030107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15888" y="4709160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25616" y="4800600"/>
            <a:ext cx="243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Sreeja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525616" y="5321808"/>
            <a:ext cx="243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2510030244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258071" y="4709160"/>
            <a:ext cx="2659304" cy="1234440"/>
          </a:xfrm>
          <a:prstGeom prst="roundRect">
            <a:avLst>
              <a:gd name="adj" fmla="val 4444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67799" y="4800600"/>
            <a:ext cx="243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367799" y="5321808"/>
            <a:ext cx="243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2510030341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1 — Project Title Identification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39596"/>
            <a:ext cx="438912" cy="438912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7" name="Image 1" descr="/home/claude/campusshell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440180"/>
            <a:ext cx="237744" cy="2377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70432" y="1298448"/>
            <a:ext cx="10518343" cy="640080"/>
          </a:xfrm>
          <a:prstGeom prst="roundRect">
            <a:avLst>
              <a:gd name="adj" fmla="val 85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353312" y="12984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concepts are often learned theoretically and separately.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098548"/>
            <a:ext cx="438912" cy="438912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1" name="Image 2" descr="/home/claude/campusshell/icon_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199132"/>
            <a:ext cx="237744" cy="237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70432" y="2057400"/>
            <a:ext cx="10518343" cy="640080"/>
          </a:xfrm>
          <a:prstGeom prst="roundRect">
            <a:avLst>
              <a:gd name="adj" fmla="val 85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353312" y="205740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may find command-line interfaces difficult to understand.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2857500"/>
            <a:ext cx="438912" cy="438912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5" name="Image 3" descr="/home/claude/campusshell/icon_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958084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170432" y="2816352"/>
            <a:ext cx="10518343" cy="640080"/>
          </a:xfrm>
          <a:prstGeom prst="roundRect">
            <a:avLst>
              <a:gd name="adj" fmla="val 85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353312" y="281635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such as processes, memory, files, signals, and concurrency require practical exposure.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3616452"/>
            <a:ext cx="438912" cy="438912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9" name="Image 4" descr="/home/claude/campusshell/icon_compa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717036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70432" y="3575304"/>
            <a:ext cx="10518343" cy="640080"/>
          </a:xfrm>
          <a:prstGeom prst="roundRect">
            <a:avLst>
              <a:gd name="adj" fmla="val 85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1353312" y="3575304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an interactive environment to connect theory with system-level operations.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4375404"/>
            <a:ext cx="438912" cy="438912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23" name="Image 5" descr="/home/claude/campusshell/icon_activ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475988"/>
            <a:ext cx="237744" cy="2377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170432" y="4334256"/>
            <a:ext cx="10518343" cy="640080"/>
          </a:xfrm>
          <a:prstGeom prst="roundRect">
            <a:avLst>
              <a:gd name="adj" fmla="val 85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353312" y="4334256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command-line tools do not always provide a unified learning-oriented experience.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548640" y="5202936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0F2A24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822960" y="5202936"/>
            <a:ext cx="105457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“Bridging the gap between Operating System theory and practical command-line interaction.”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1 — Project Title Identification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Proposed Idea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99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066544"/>
            <a:ext cx="128016" cy="12801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18928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 shell interacts with the operating system.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889504"/>
            <a:ext cx="128016" cy="12801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271576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process creation and command execution.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712464"/>
            <a:ext cx="128016" cy="12801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353872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file management, pipes, signals, and job control.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535424"/>
            <a:ext cx="128016" cy="12801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97280" y="436168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practical systems-programming skills using C.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" y="5358384"/>
            <a:ext cx="128016" cy="12801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97280" y="51846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project incrementally from basic concepts to advanced features.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80760" y="1298448"/>
            <a:ext cx="5608015" cy="4846320"/>
          </a:xfrm>
          <a:prstGeom prst="roundRect">
            <a:avLst>
              <a:gd name="adj" fmla="val 1509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55080" y="1499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IDEA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1984248"/>
            <a:ext cx="51050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is proposed as a lightweight Unix-like command-line environment that integrates essential OS functionalities into one interactive, educational interface.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355080" y="3675888"/>
            <a:ext cx="5105095" cy="2240280"/>
          </a:xfrm>
          <a:prstGeom prst="roundRect">
            <a:avLst>
              <a:gd name="adj" fmla="val 3265"/>
            </a:avLst>
          </a:prstGeom>
          <a:solidFill>
            <a:srgbClr val="1A1408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2" name="Image 1" descr="/home/claude/campusshell/icon_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85876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4944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NOTE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537960" y="4224528"/>
            <a:ext cx="47393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is a mini operating environment designed for learning OS concepts — not a complete kernel-level operating system.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1 — Project Title Identification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check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3338" y="155448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9" name="Image 1" descr="/home/claude/campusshell/icon_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494" y="165963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10312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command-line interface using C.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07738" y="141732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444898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7198157" y="155448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4" name="Image 2" descr="/home/claude/campusshell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313" y="165963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44898" y="210312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basic shell commands and built-in operations.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12557" y="141732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49717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11002975" y="155448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9" name="Image 3" descr="/home/claude/campusshell/icon_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131" y="165963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49717" y="210312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process creation using fork(), exec(), and wait().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02920" y="352044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40080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3393338" y="365760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24" name="Image 4" descr="/home/claude/campusshell/icon_shuff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8494" y="3762756"/>
            <a:ext cx="246888" cy="24688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0080" y="420624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parsing, pipelines, and I/O redirection.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307738" y="352044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444898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7198157" y="365760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29" name="Image 5" descr="/home/claude/campusshell/icon_activ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313" y="3762756"/>
            <a:ext cx="246888" cy="24688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444898" y="420624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signals, process monitoring, concurrency, and job control.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112557" y="352044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249717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11002975" y="365760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34" name="Image 6" descr="/home/claude/campusshell/icon_lay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8131" y="3762756"/>
            <a:ext cx="246888" cy="24688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49717" y="420624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modular and extensible mini operating environment for OS learning.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1 — Project Title Identification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44288" y="13716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2FE6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44288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EduShell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5848" y="1874520"/>
            <a:ext cx="0" cy="256032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68780" y="2130552"/>
            <a:ext cx="8854135" cy="0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68780" y="2130552"/>
            <a:ext cx="0" cy="338328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4688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8233A"/>
          </a:solidFill>
          <a:ln w="15875">
            <a:solidFill>
              <a:srgbClr val="5AC8FA"/>
            </a:solidFill>
            <a:prstDash val="solid"/>
          </a:ln>
        </p:spPr>
      </p:sp>
      <p:pic>
        <p:nvPicPr>
          <p:cNvPr id="12" name="Image 1" descr="/home/claude/campusshell/icon_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5877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6012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668780" y="3246120"/>
            <a:ext cx="0" cy="201168"/>
          </a:xfrm>
          <a:prstGeom prst="line">
            <a:avLst/>
          </a:prstGeom>
          <a:noFill/>
          <a:ln w="12700">
            <a:solidFill>
              <a:srgbClr val="26344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447288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7512" y="3675888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2104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67512" y="4096512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2104" y="3959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67512" y="4517136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32104" y="4379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20158" y="2130552"/>
            <a:ext cx="0" cy="338328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454298" y="24688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8233A"/>
          </a:solidFill>
          <a:ln w="15875">
            <a:solidFill>
              <a:srgbClr val="5AC8FA"/>
            </a:solidFill>
            <a:prstDash val="solid"/>
          </a:ln>
        </p:spPr>
      </p:sp>
      <p:pic>
        <p:nvPicPr>
          <p:cNvPr id="24" name="Image 2" descr="/home/claude/campusshell/icon_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314" y="258775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911498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620158" y="3246120"/>
            <a:ext cx="0" cy="201168"/>
          </a:xfrm>
          <a:prstGeom prst="line">
            <a:avLst/>
          </a:prstGeom>
          <a:noFill/>
          <a:ln w="12700">
            <a:solidFill>
              <a:srgbClr val="26344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454298" y="3447288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618890" y="3675888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3783482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/ exec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618890" y="4096512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783482" y="3959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/ signals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3618890" y="4517136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783482" y="4379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Control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7571537" y="2130552"/>
            <a:ext cx="0" cy="338328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405677" y="24688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8233A"/>
          </a:solidFill>
          <a:ln w="15875">
            <a:solidFill>
              <a:srgbClr val="5AC8FA"/>
            </a:solidFill>
            <a:prstDash val="solid"/>
          </a:ln>
        </p:spPr>
      </p:sp>
      <p:pic>
        <p:nvPicPr>
          <p:cNvPr id="36" name="Image 3" descr="/home/claude/campusshell/icon_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693" y="2587752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862877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I/O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7571537" y="3246120"/>
            <a:ext cx="0" cy="201168"/>
          </a:xfrm>
          <a:prstGeom prst="line">
            <a:avLst/>
          </a:prstGeom>
          <a:noFill/>
          <a:ln w="12700">
            <a:solidFill>
              <a:srgbClr val="26344E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405677" y="3447288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570269" y="3675888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6734861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570269" y="4096512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6734861" y="3959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Pipes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6570269" y="4517136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734861" y="4379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Redirection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10522915" y="2130552"/>
            <a:ext cx="0" cy="338328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357055" y="24688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8233A"/>
          </a:solidFill>
          <a:ln w="15875">
            <a:solidFill>
              <a:srgbClr val="5AC8FA"/>
            </a:solidFill>
            <a:prstDash val="solid"/>
          </a:ln>
        </p:spPr>
      </p:sp>
      <p:pic>
        <p:nvPicPr>
          <p:cNvPr id="48" name="Image 4" descr="/home/claude/campusshell/icon_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5071" y="2587752"/>
            <a:ext cx="274320" cy="27432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814255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50" name="Shape 43"/>
          <p:cNvSpPr/>
          <p:nvPr/>
        </p:nvSpPr>
        <p:spPr>
          <a:xfrm>
            <a:off x="10522915" y="3246120"/>
            <a:ext cx="0" cy="201168"/>
          </a:xfrm>
          <a:prstGeom prst="line">
            <a:avLst/>
          </a:prstGeom>
          <a:noFill/>
          <a:ln w="12700">
            <a:solidFill>
              <a:srgbClr val="26344E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9357055" y="3447288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9521647" y="3675888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9686239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9521647" y="4096512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55" name="Text 48"/>
          <p:cNvSpPr txBox="1"/>
          <p:nvPr/>
        </p:nvSpPr>
        <p:spPr>
          <a:xfrm>
            <a:off x="9686239" y="3959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</a:t>
            </a:r>
            <a:endParaRPr lang="en-US" sz="1050" dirty="0"/>
          </a:p>
        </p:txBody>
      </p:sp>
      <p:sp>
        <p:nvSpPr>
          <p:cNvPr id="56" name="Shape 49"/>
          <p:cNvSpPr/>
          <p:nvPr/>
        </p:nvSpPr>
        <p:spPr>
          <a:xfrm>
            <a:off x="9521647" y="4517136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9686239" y="4379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Processes</a:t>
            </a:r>
            <a:endParaRPr lang="en-US" sz="1050" dirty="0"/>
          </a:p>
        </p:txBody>
      </p:sp>
      <p:sp>
        <p:nvSpPr>
          <p:cNvPr id="58" name="Text 51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shown above are PROPOSED / PLANNED for progressive implementation across the project timeline.</a:t>
            </a:r>
            <a:endParaRPr lang="en-US" sz="1150" dirty="0"/>
          </a:p>
        </p:txBody>
      </p:sp>
      <p:sp>
        <p:nvSpPr>
          <p:cNvPr id="59" name="Text 5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1 — Project Title Identification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Development Roadmap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" y="1481328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16152" y="1426464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216152" y="1700784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REPL, repository, Makefile, C memory fundamentals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502920" y="2267712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" y="2377440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16152" y="2322576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Parsing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216152" y="2596896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Tokenizer, parser, pipeline representation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02920" y="3163824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3273552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16152" y="3218688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Process Control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216152" y="349300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fork(), exec(), wait(), PATH, built-ins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502920" y="4059936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936" y="4169664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16152" y="411480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Signals &amp; Pipes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216152" y="438912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Ctrl-C handling, SIGCHLD, pipes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233008" y="1371600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61024" y="1481328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61024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946240" y="1426464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Memory &amp; Monitoring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946240" y="1700784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memory, memory validation, system monitoring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6233008" y="2267712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61024" y="2377440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6102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946240" y="2322576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I/O &amp; Concurrency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6946240" y="2596896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redirection, concurrency, job control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6233008" y="3163824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61024" y="3273552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61024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46240" y="3218688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Polish &amp; Release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6946240" y="349300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documentation, hosting, final polish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6233008" y="4169664"/>
            <a:ext cx="5455768" cy="905256"/>
          </a:xfrm>
          <a:prstGeom prst="roundRect">
            <a:avLst>
              <a:gd name="adj" fmla="val 7071"/>
            </a:avLst>
          </a:prstGeom>
          <a:solidFill>
            <a:srgbClr val="0F2A24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15888" y="4169664"/>
            <a:ext cx="50900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i="1" dirty="0">
                <a:solidFill>
                  <a:srgbClr val="2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will evolve progressively from a basic command interpreter into a feature-rich mini Unix-like operating environment.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1 — Project Title Identification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6400800" cy="4297680"/>
          </a:xfrm>
          <a:prstGeom prst="roundRect">
            <a:avLst>
              <a:gd name="adj" fmla="val 17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pic>
        <p:nvPicPr>
          <p:cNvPr id="7" name="Image 1" descr="/home/claude/campusshell/icon_check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78992" y="146304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mini Unix-like command-line environment.</a:t>
            </a:r>
            <a:endParaRPr lang="en-US" sz="1250" dirty="0"/>
          </a:p>
        </p:txBody>
      </p:sp>
      <p:pic>
        <p:nvPicPr>
          <p:cNvPr id="9" name="Image 2" descr="/home/claude/campusshell/icon_check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31136"/>
            <a:ext cx="219456" cy="21945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78992" y="2121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demonstration of core Operating System concepts.</a:t>
            </a:r>
            <a:endParaRPr lang="en-US" sz="1250" dirty="0"/>
          </a:p>
        </p:txBody>
      </p:sp>
      <p:pic>
        <p:nvPicPr>
          <p:cNvPr id="11" name="Image 3" descr="/home/claude/campusshell/icon_check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89504"/>
            <a:ext cx="219456" cy="21945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78992" y="2779776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extensible architecture.</a:t>
            </a:r>
            <a:endParaRPr lang="en-US" sz="1250" dirty="0"/>
          </a:p>
        </p:txBody>
      </p:sp>
      <p:pic>
        <p:nvPicPr>
          <p:cNvPr id="13" name="Image 4" descr="/home/claude/campusshell/icon_check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47872"/>
            <a:ext cx="219456" cy="21945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78992" y="343814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processes, memory, files, signals, and concurrency.</a:t>
            </a:r>
            <a:endParaRPr lang="en-US" sz="1250" dirty="0"/>
          </a:p>
        </p:txBody>
      </p:sp>
      <p:pic>
        <p:nvPicPr>
          <p:cNvPr id="15" name="Image 5" descr="/home/claude/campusshell/icon_checksqu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06240"/>
            <a:ext cx="219456" cy="219456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78992" y="409651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future enhancements in shell and systems programming.</a:t>
            </a:r>
            <a:endParaRPr lang="en-US" sz="1250" dirty="0"/>
          </a:p>
        </p:txBody>
      </p:sp>
      <p:pic>
        <p:nvPicPr>
          <p:cNvPr id="17" name="Image 6" descr="/home/claude/campusshell/icon_checksqua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864608"/>
            <a:ext cx="219456" cy="21945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078992" y="475488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platform for hands-on OS experimentation.</a:t>
            </a:r>
            <a:endParaRPr lang="en-US" sz="1250" dirty="0"/>
          </a:p>
        </p:txBody>
      </p:sp>
      <p:sp>
        <p:nvSpPr>
          <p:cNvPr id="19" name="Shape 10"/>
          <p:cNvSpPr/>
          <p:nvPr/>
        </p:nvSpPr>
        <p:spPr>
          <a:xfrm>
            <a:off x="7178040" y="1298448"/>
            <a:ext cx="4510735" cy="4297680"/>
          </a:xfrm>
          <a:prstGeom prst="roundRect">
            <a:avLst>
              <a:gd name="adj" fmla="val 2128"/>
            </a:avLst>
          </a:prstGeom>
          <a:solidFill>
            <a:srgbClr val="0F2A24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20" name="Image 7" descr="/home/claude/campusshell/icon_aw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1572768"/>
            <a:ext cx="365760" cy="36576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955280" y="160020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22" name="Text 12"/>
          <p:cNvSpPr txBox="1"/>
          <p:nvPr/>
        </p:nvSpPr>
        <p:spPr>
          <a:xfrm>
            <a:off x="7498080" y="2212848"/>
            <a:ext cx="3870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“EduShell aims to transform Operating System concepts into an interactive, hands-on mini environment.”</a:t>
            </a:r>
            <a:endParaRPr lang="en-US" sz="1450" dirty="0"/>
          </a:p>
        </p:txBody>
      </p:sp>
      <p:sp>
        <p:nvSpPr>
          <p:cNvPr id="23" name="Shape 13"/>
          <p:cNvSpPr/>
          <p:nvPr/>
        </p:nvSpPr>
        <p:spPr>
          <a:xfrm>
            <a:off x="7498080" y="4453128"/>
            <a:ext cx="3870655" cy="0"/>
          </a:xfrm>
          <a:prstGeom prst="line">
            <a:avLst/>
          </a:prstGeom>
          <a:noFill/>
          <a:ln w="12700">
            <a:solidFill>
              <a:srgbClr val="1C8F73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7498080" y="4636008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25" name="Text 1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1 — Project Title Identification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2026-09-12T08:05:41Z</dcterms:created>
  <dcterms:modified xsi:type="dcterms:W3CDTF">2026-09-12T08:05:41Z</dcterms:modified>
</cp:coreProperties>
</file>
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panel. This is Review 2: we present the literature we reviewed, how we analysed it, and the gap EduShell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title into three words: Edu, Shell, Unix-like. Each maps to a stream of literature we reviewed. 10 sources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row by row. Point out that every platform is kernel-centred. Surveys [5][6] confirm this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resources: OSTEP for concepts, Brennan for the minimal shell, the workshop for pipes and redirection. Note the limit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strengths and weaknesses across approaches, then state the synthesis: depth on one side, accessibility on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gaps found in the reviewed sources. Each maps to a planned EduShell module from Review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the gap and thank the panel.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38912"/>
            <a:ext cx="100584" cy="100584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438912"/>
            <a:ext cx="100584" cy="100584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438912"/>
            <a:ext cx="100584" cy="100584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3200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guest@edu-lab:~$ ./edushell --review2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C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2  ·  LITERATURE REVIEW &amp; GAP ANALYSIS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EduShell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 Unix-Like Operating Environment for OS Learning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No.: 1     |     Supervisor: Pavan Sir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017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TEAM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1920240" cy="86868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 Lakshmi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2510030312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42032" y="3337560"/>
            <a:ext cx="1920240" cy="86868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79192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Spoorthy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679192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2510030107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26864" y="3337560"/>
            <a:ext cx="1920240" cy="86868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64024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Sreeja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64024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2510030244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11696" y="3337560"/>
            <a:ext cx="1920240" cy="86868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48856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Vaishnavi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3840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2510030341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2 — Literature Review &amp; Gap Analysis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Project Title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2 — Literature Review &amp; Gap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2651760" cy="251460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OS concepts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11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kernels and courseware show how OS ideas are taught today: xv6 [1], Nachos [3], Pintos [4] and the OSTEP textbook [2].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005840"/>
            <a:ext cx="2651760" cy="251460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SHELL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to the OS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429000" y="2011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Shell-building tutorials and workshops cover the read–parse–fork–exec–wait loop, pipes and redirection: Brennan [7] and the build-your-own-shell workshop [8].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1005840"/>
            <a:ext cx="2651760" cy="251460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UNIX-LIKE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heritage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0116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re-implements the Unix interface and mimics its internal design [1]. EduShell keeps this model but stays in user space, written in C.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OF REVIEW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sources across three streams: instructional OS platforms · OS courseware and surveys · shell construction resources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Instructional OS Platforms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2 — Literature Review &amp; Gap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7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8346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E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E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FOCUS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E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TAKEAWAY FOR EDUSHELL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xv6 — Cox, Kaashoek, Morris (MIT)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Unix-like kernel used in MIT OS courses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Teaches OS ideas by reading a real kernel: traps, locking, scheduling, file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 Nachos — Christopher et al., 1993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Instructional OS with CPU and device simulators, run as one host process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happens through assignments that build kernel 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 Pintos — Pfaff et al., 2009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Instructional operating system kernel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Another kernel-centred platform for OS projects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[9] eXpOS — arXiv:2008.03563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pedagogical OS for undergraduate instruction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Simplified OS designed around undergraduate teaching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[10] MiniOS — arXiv:1811.09792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Instructional platform for OS labs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Lab-based teaching platform built around the OS itself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18233A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[5][6] map this design space: in an instructional OS, student programming assignments develop or enhance the OS itself.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Courseware and Shell Building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2 — Literature Review &amp; Gap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05840"/>
            <a:ext cx="2651760" cy="260604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TEXTBOOK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OSTEP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783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9842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Virtualization, concurrency and persistence; projects are systems programming or xv6-based.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944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Concept-first book; hands-on work is delivered as separate projects.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1005840"/>
            <a:ext cx="2651760" cy="260604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2900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TUTORIAL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4290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Brennan: LSH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1783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19842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shell built on the read, parse, fork, exec, wait loop with builtin commands.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42900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429000" y="2944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demonstration: no piping or redirection, only cd, help and exit.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35040" y="1005840"/>
            <a:ext cx="2651760" cy="260604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Shell workshop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217920" y="1783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198424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processes, a simple shell, then pipes and fd redirection; points to glibc job control.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29443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building a shell, not observing OS behaviour as a learner.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463040" y="39319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46304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read()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37744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2743200" y="39319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74320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parse()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36576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023360" y="39319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02336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9377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303520" y="39319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0352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exec()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2179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583680" y="39319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18233A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583680" y="3931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Analysis and Synthesis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2 — Literature Review &amp; Gap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7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E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APPROACH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E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STRENGTH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E6A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WEAKNESS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Instructional kernels [1][3][4]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kernel depth: traps, scheduling, file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Steep entry: learners work on kernel code before using it as a tool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Textbook courseware [2]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model: virtualization, concurrency, persistence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 and hands-on projects live in separate materials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tutorial [7]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Approachable in C; shows the fork, exec, wait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minimal: no pipes or redirection, three builtins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AC8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workshop [8]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pipes, redirection and job-control pointers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EAF0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Aims at building a shell, not at showing OS behaviour to the learner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4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0F2A24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literature is strong on kernel internals or on building a shell, but rarely offers both in one accessible, learner-facing environment.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2 — Literature Review &amp; Gap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4023360" cy="146304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069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069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Kernel-heavy entry barrier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xv6, Nachos and Pintos centre on kernel work [1][3][4].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EduShell: User-space C shell; no kernel changes needed. Module: Process Mgmt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960120"/>
            <a:ext cx="4023360" cy="146304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1069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1069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tutorials stop early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0060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LSH has no pipes or redirection and three builtins [7].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8288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EduShell: Full parser with pipelines and I/O redirection. Module: Command Parser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532888"/>
            <a:ext cx="4023360" cy="146304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2642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" y="2642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practice are separate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2990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OSTEP concepts and projects are delivered separately [2].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34015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EduShell: Commands that show concepts as you use them. Module: System Monitoring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63440" y="2532888"/>
            <a:ext cx="4023360" cy="146304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00600" y="2642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G4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257800" y="2642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C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learner-facing tool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2990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Reviewed sources split OS depth and shell usability [1]–[8].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800600" y="3401568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EduShell: One modular shell for processes, signals, files, memory. Module: File &amp; I/O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gap: a lightweight, user-space, Unix-like shell that exposes core OS concepts interactively, which is what EduShell targets.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Conclusion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FE6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EduShell  |  Review 2 — Literature Review &amp; Gap Analysis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4023360" cy="269748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05156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R. Cox, F. Kaashoek, R. Morris, "xv6: a simple, Unix-like teaching operating system," MIT (6.828 / 6.1810).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R. H. Arpaci-Dusseau, A. C. Arpaci-Dusseau, Operating Systems: Three Easy Pieces, v1.10, 2023.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W. A. Christopher, S. J. Procter, T. E. Anderson, "The Nachos Instructional Operating System," USENIX Winter, 1993.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B. Pfaff, A. Romano, G. Back, "The Pintos Instructional Operating System Kernel," SIGCSE Bulletin 41(1), 2009.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C. Anderson, M. Nguyen, "A Survey of Contemporary Instructional Operating Systems for Use in Undergraduate Courses," J. Comput. Sci. Coll. 21(1), 2005.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63440" y="960120"/>
            <a:ext cx="4023360" cy="2697480"/>
          </a:xfrm>
          <a:prstGeom prst="rect">
            <a:avLst/>
          </a:prstGeom>
          <a:solidFill>
            <a:srgbClr val="121A2B"/>
          </a:solidFill>
          <a:ln w="9525">
            <a:solidFill>
              <a:srgbClr val="26344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105156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D. A. Holland, A. T. Lim, M. Seltzer, "A New Instructional Operating System," SIGCSE, 2002.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S. Brennan, "Tutorial – Write a Shell in C," brennan.io, 2015.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Katee, "build-your-own-shell" workshop materials, GitHub.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"eXpOS: A Simple Pedagogical Operating System for Undergraduate Instruction," arXiv:2008.03563.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"MiniOS: an instructional platform for teaching operating systems labs," arXiv:1811.09792.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0F2A24"/>
          </a:solidFill>
          <a:ln w="12700">
            <a:solidFill>
              <a:srgbClr val="2FE6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 teaches OS depth or shell basics. EduShell aims to unite them in one interactive, user-space learning environment.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2026-09-30T05:32:12Z</dcterms:created>
  <dcterms:modified xsi:type="dcterms:W3CDTF">2026-09-30T05:32:12Z</dcterms:modified>
</cp:coreProperties>
</file>